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8.png"/><Relationship Id="rId4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39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2.png"/><Relationship Id="rId5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5.png"/><Relationship Id="rId4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6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1.png"/><Relationship Id="rId5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0.png"/><Relationship Id="rId4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1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stale claim about infrastructure is a form of unverified evidence, structurally similar to an uncheckable statistic in a results section.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Peer review rarely re-derives a paper's own infrastructure description; it is trusted by default.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Meta-science groups exist precisely to close gaps like this — this deck is itself 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Ten Simple Rules for Reproducible Computational Research (Sandve et al., 2013) — the base discipline of tracking exactly what produced each result.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Good Enough Practices in Scientific Computing (Wilson et al., 2017) — version control, testing, and modular code as baseline hygiene.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FAIR principles for research software (Lamprecht et al., 2020) — Findable, Accessible, Interoperable, Reusable, extended here to the manuscript layer 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build_manuscript_metrics_dict computes counts directly; nothing is copy-pasted from a prior run.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save_metrics_json persists the full dictionary to output/data/metrics.json for 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${variable}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Unresolved tokens are never silently dropped — a missing variable is a build failure, not a blank space in the PDF.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Regenerating figures after a code change is one script call, not a redraw in an 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Generic, reusable modules: rendering (PDF/HTML/PPTX/DOCX/EPUB), validation, publishing, provenance, security.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project-specific logic lives here — a change to infrastructure/ affects every exemplar identically.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PDF/PPTX renderers (infrastructure/rendering/slide_deck.py, 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exemplar's own domain logic: template_template's introspection/metrics, a code-project's optimizer, this deck's own content loader and token/cliche validators.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Kept out of infrastructure/ by convention, enforced by an automated project/infrastructure-boundary drift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 — a size/complexity gate enforces 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mocks, anywhere: tests use real files, real YAML, real rendered output — never unittest.mock or MagicMock.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coverage floor on every exemplar's own src/; 60% floor on shared infrastructure/.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project fails its own gate the same way regardless of which exemplar it is — 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the previous two slides was read live from template_template's own manuscript/config.yaml and this monorepo's generated coverage report — not typed into this YAML file by hand.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src/deck_tokens.py::build_deck_tokens is the function that did the reading; you can run it yourself and get the same numbers.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token-resolution audit fails this deck's own build if any of these values ever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20 public exemplars: template_active_inference, template_autopoiesis, template_autoresearch_project, template_autoscientists, template_code_project, template_eda_notebook, template_formal,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20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single hand-edited registry (infrastructure/project/public_scope.py) lists every project name in public CI/documentation scope.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Everything else under projects/ (working, ongoing, archive folders) stays local-only by construction, never accidentally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An automated confidentiality audit fails CI if a private project path is ever 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enforces this on every push, not only at release time.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separation pattern that lets a lab keep unpublished work private, 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registry of 20 publishing platforms — Zenodo, arXiv, GitHub, PyPI, OSF, Software Heritage, Hugging Face, IPFS, and more — with per-platform automation where an API exists.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Platforms without a submission API (arXiv) are documented as a manual step, not silently skipped or falsely marked complete.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'published' status in a project's README is compiled from that project's 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Fixed RNG seeds and MPLBACKEND=Agg for headless, deterministic figure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Two consecutive pipeline runs against the same repository state produce byte-identical rendered output.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and test counts are read from a generated report (docs/_generated/COUNTS.md), never hardcoded into prose that could go 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Clone the monorepo, run the same pipeline command shown in this project's README, and regenerate this exact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Diff the regenerated PDF/PPTX against the committed output — a token-honesty test already does this as part of the project's own CI gate.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Nothing in this pitch requires trusting the presenter; it requires running the 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style guide is a request; a gate is a build failure — the difference between 'we ask reviewers to check citations' and 'the render script exits non-zero if one is missing'.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gate here targets one specific failure mode it was built to catch: a stale token, a cliche phrase, an uncited fact, a non-reproducible artifact.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gates existed before this exemplar needed them — each was added because a real defect surfaced during this project's own development, 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scripts/10_audit_deck_content.py exits non-zero on the first unresolved token or cliche hit — the render script never runs against unaudited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scripts/30_audit_diligence.py exits non-zero if any fact-bearing slide lacks a source citation — a deck can be complete and still fail to ship.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Fail-closed, not fail-open: an audit that cannot run is treated as a failure, never 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20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DOI is reserved through the same infrastructure.publishing pipeline every other exemplar in this monorepo uses — nothing deck-specific to 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668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subpackage boundary matches a real reuse boundary: rendering/, validation/, publishing/, provenance/ each solve one generic problem every exemplar needs, independent of any project's domain logic.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change inside one subpackage cannot silently reach into another without an explicit import — the boundary is enforced by the drift check, not just convention.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is the same two-layer split described earlier in this deck, now shown at the 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grant-report deck generated the same way a manuscript is — bound to the same project data your team already tracks.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recurring quarterly-update deck that regenerates instead of being rebuilt from scratch each cycle.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shared content schema across your organization's decks, so a house style 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Autopoietic — a system that regenerates its own description from its own live state, rather than from a fixed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— a script that coordinates infrastructure/ and src/ calls but contains no business logic itself.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 — the minimum percentage of source lines a test suite must exercise before the pipeline is allowed to proceed.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policy — a testing rule requiring real files, real data, and real 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DOI: 10.5281/zenodo.20419007.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Repository: docxology/template_template, licensed Apache-2.0.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 itself: projects/templates/template_pitch_deck in the same 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